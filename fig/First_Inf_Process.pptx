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8"/>
    <p:restoredTop sz="94831"/>
  </p:normalViewPr>
  <p:slideViewPr>
    <p:cSldViewPr snapToGrid="0">
      <p:cViewPr varScale="1">
        <p:scale>
          <a:sx n="91" d="100"/>
          <a:sy n="91" d="100"/>
        </p:scale>
        <p:origin x="10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1A41-3F11-25A0-7DC9-FB0B5B01A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8D222-D738-B6E4-7C03-3AF9A7C5E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8A87B-DC2C-2F2C-FF27-E7219CC6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CA462-2066-5B1C-D7B6-6972FAE8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8372-1D9D-1670-EF15-2B1FD42CF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7636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21D9-E42D-9C44-5A26-539143F8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0D487-9045-FD4E-1229-0C28821C9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46D2F-254B-19D5-A3E0-F233332A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82BE9-47E4-ADFD-1D16-55C26CEB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B01E6-2B7C-58BD-415C-7F0B5927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737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1E47-DFE7-543F-5597-9AE3924D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55D21-338A-229F-5DCF-D1CD9AED5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EA6C7-24C1-BC5F-93BD-411E1410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0CE3-9B3A-105E-ACA5-AF4C6E7EA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01473-493F-435A-E4FF-D9CF112F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2322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7196-F525-5C03-46F5-A3500E6B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6ED6-3A0D-E4F6-628C-E5901A348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DCCD3-EA2F-2D39-517E-44FBD8767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2894E-8D6A-C9A0-6009-582EF0BE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E5259-50DA-2DFA-3643-CDB04142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D1C17-50FA-29C7-8D3A-0552527F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19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52189-5309-1C5E-B0EC-F84C9EA9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F2924-22A3-E946-D9B7-E7DC3C02D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E6DBA-1F81-F852-A68F-8EEB44F17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84A9D-7004-412B-6378-3955E8527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D21DF-BE87-AD71-DE7C-42801D51D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87122-2C74-A4B7-143A-53242B8D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C3DE2-2D72-B183-BA61-53703228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C2319-1499-745F-A5C5-F48B3259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9178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CA17-620D-924B-E1EE-EE8FC6FA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4ED5F-003E-AF1B-D723-6B3A8EC6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1B45F-E416-4CF1-6B1B-B2E1F4AA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76877-DF72-8653-1FA4-25427E34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654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F1127-DCA5-1CDB-D17E-EA13595F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98E42-33E5-19A4-A3E0-B9047E92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69E93-6103-7D96-66B2-A9154D0F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993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6D4F-EB1F-2E4E-321D-8C0AC7C0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ACBE-F0F0-FE6E-27DB-0A54E3EA9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4CAAA-7D13-9093-EB93-23398D307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1F153-263F-FD4D-2533-9A32DD736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5C187-2790-B5E9-3319-7BBD4DAC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9FC42-A087-EDC8-5BD2-E51223C5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695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EDA4-83BF-40C9-03BC-16B6B273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4047B-EA5D-0CEE-F3B4-FF78CC8E8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656B6-03BE-92F4-EFE2-B38EB4E5C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0284C-8507-E43A-7732-7F88F339A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6346-FC81-A284-00AE-884D3844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9C6EE-4C81-364D-A57B-48C8E797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879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402B-5562-789B-E2E8-775AE080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85B30-126B-BE20-7047-0AD5034E1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9302F-49BF-D955-5316-DC8C4BA0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10A46-3005-F77D-687B-DE31F1BA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2CF81-73E3-B97C-E29A-4269E461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403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5F6CD-6AE8-A7EC-1036-EB1CC22E1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BAD17-67D0-C814-FC40-940A7895D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AB64D-2CD8-9E44-B7A7-10F5F473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51DBD-3936-FF4E-CD09-DAC6AFEC0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3A0B1-BF2F-06B1-DB0B-1AC82C3D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629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9E107-FFBE-82CF-79BD-F05B2211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4AE6E-4E47-D321-CA28-48CECC227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9B3F2-6F28-79C7-FC9F-CA4DD3221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B8BCB-3FE3-0F4E-95F7-75EC5C6DA688}" type="datetimeFigureOut">
              <a:rPr lang="en-CN" smtClean="0"/>
              <a:t>2025/12/17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FE7A-87C4-5DA7-A65F-1A69C27B1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37D6F-469E-8B8D-2CF9-F2FF9815C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9BA518-B21C-554B-882A-3A57ECE91B7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001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443B0-3A28-7783-96D1-7C7A4481D15B}"/>
              </a:ext>
            </a:extLst>
          </p:cNvPr>
          <p:cNvSpPr txBox="1"/>
          <p:nvPr/>
        </p:nvSpPr>
        <p:spPr>
          <a:xfrm>
            <a:off x="2531676" y="14339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病源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01680-FAEB-A990-8B39-87983C1938CF}"/>
              </a:ext>
            </a:extLst>
          </p:cNvPr>
          <p:cNvSpPr txBox="1"/>
          <p:nvPr/>
        </p:nvSpPr>
        <p:spPr>
          <a:xfrm>
            <a:off x="4091958" y="1437666"/>
            <a:ext cx="917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孢子囊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4E18F-E237-A2EE-257A-507E6FA79460}"/>
              </a:ext>
            </a:extLst>
          </p:cNvPr>
          <p:cNvSpPr txBox="1"/>
          <p:nvPr/>
        </p:nvSpPr>
        <p:spPr>
          <a:xfrm>
            <a:off x="4503827" y="105897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释放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（门控）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E0305-0A7C-6CBC-6312-B190958DFE24}"/>
              </a:ext>
            </a:extLst>
          </p:cNvPr>
          <p:cNvSpPr txBox="1"/>
          <p:nvPr/>
        </p:nvSpPr>
        <p:spPr>
          <a:xfrm>
            <a:off x="5926277" y="10625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扩散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6CE16-49C9-71B6-F6BF-9696CD2AECA5}"/>
              </a:ext>
            </a:extLst>
          </p:cNvPr>
          <p:cNvSpPr txBox="1"/>
          <p:nvPr/>
        </p:nvSpPr>
        <p:spPr>
          <a:xfrm>
            <a:off x="6614643" y="106433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沉降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（假设）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4CBBE-31CA-08FE-D8D0-314E158E3ECE}"/>
              </a:ext>
            </a:extLst>
          </p:cNvPr>
          <p:cNvSpPr txBox="1"/>
          <p:nvPr/>
        </p:nvSpPr>
        <p:spPr>
          <a:xfrm>
            <a:off x="9911206" y="143397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侵染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08760-9340-5160-C603-4444A41A3035}"/>
              </a:ext>
            </a:extLst>
          </p:cNvPr>
          <p:cNvSpPr txBox="1"/>
          <p:nvPr/>
        </p:nvSpPr>
        <p:spPr>
          <a:xfrm>
            <a:off x="7687909" y="14339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游动孢子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ADE59-03FA-CC3E-2A22-86FD9FA059C8}"/>
              </a:ext>
            </a:extLst>
          </p:cNvPr>
          <p:cNvSpPr txBox="1"/>
          <p:nvPr/>
        </p:nvSpPr>
        <p:spPr>
          <a:xfrm>
            <a:off x="11497818" y="14234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显症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E1250B-AF27-43F6-8823-0685800E7659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178007" y="1618642"/>
            <a:ext cx="913951" cy="3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6E599F-33C3-0E8F-8CB7-98156E438B33}"/>
              </a:ext>
            </a:extLst>
          </p:cNvPr>
          <p:cNvCxnSpPr>
            <a:stCxn id="6" idx="3"/>
            <a:endCxn id="11" idx="1"/>
          </p:cNvCxnSpPr>
          <p:nvPr/>
        </p:nvCxnSpPr>
        <p:spPr>
          <a:xfrm flipV="1">
            <a:off x="5009037" y="1618642"/>
            <a:ext cx="2678872" cy="3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D6D01E-F1B7-1234-87F7-D40385E2E7B3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8795905" y="1618642"/>
            <a:ext cx="111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53D14F-1B19-AF2B-9F9E-E6BFEEECC03E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10557537" y="1608153"/>
            <a:ext cx="940281" cy="10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696ECEB-A3F5-F1E6-93AD-12D5F17F4B7E}"/>
              </a:ext>
            </a:extLst>
          </p:cNvPr>
          <p:cNvSpPr txBox="1"/>
          <p:nvPr/>
        </p:nvSpPr>
        <p:spPr>
          <a:xfrm>
            <a:off x="2934167" y="107202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产孢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（门控）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1D2839-CBCA-656A-BBA2-215E8471C8C9}"/>
              </a:ext>
            </a:extLst>
          </p:cNvPr>
          <p:cNvSpPr txBox="1"/>
          <p:nvPr/>
        </p:nvSpPr>
        <p:spPr>
          <a:xfrm>
            <a:off x="4714406" y="1743541"/>
            <a:ext cx="3070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死亡率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（连续变量）</a:t>
            </a:r>
            <a:endParaRPr lang="en-US" altLang="zh-CN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病斑产孢量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脱离病斑死亡率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934606-FF64-D2F2-010F-87EE5FC433F6}"/>
              </a:ext>
            </a:extLst>
          </p:cNvPr>
          <p:cNvSpPr txBox="1"/>
          <p:nvPr/>
        </p:nvSpPr>
        <p:spPr>
          <a:xfrm>
            <a:off x="8455675" y="10720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侵染开关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双门控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D9444F-58F0-8C27-D12F-38AC4314ED00}"/>
              </a:ext>
            </a:extLst>
          </p:cNvPr>
          <p:cNvSpPr txBox="1"/>
          <p:nvPr/>
        </p:nvSpPr>
        <p:spPr>
          <a:xfrm>
            <a:off x="10538156" y="1072024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潜育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（门控）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79EFEE-CD57-3077-8760-67AE007E2EA3}"/>
              </a:ext>
            </a:extLst>
          </p:cNvPr>
          <p:cNvSpPr txBox="1"/>
          <p:nvPr/>
        </p:nvSpPr>
        <p:spPr>
          <a:xfrm>
            <a:off x="339254" y="4630575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潜在病源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：落果、落叶、旧梢及芽鳞内的菌丝；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F8493D-04B0-41B3-D00A-C94567CAD36F}"/>
              </a:ext>
            </a:extLst>
          </p:cNvPr>
          <p:cNvSpPr txBox="1"/>
          <p:nvPr/>
        </p:nvSpPr>
        <p:spPr>
          <a:xfrm>
            <a:off x="50227" y="5882624"/>
            <a:ext cx="5609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重新伸出孢囊梗释放孢子囊</a:t>
            </a:r>
            <a: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伤口、破损处释放孢子囊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F8120EC-E0FE-CB50-60C0-3A374EF2643E}"/>
              </a:ext>
            </a:extLst>
          </p:cNvPr>
          <p:cNvCxnSpPr>
            <a:cxnSpLocks/>
            <a:stCxn id="45" idx="0"/>
            <a:endCxn id="42" idx="2"/>
          </p:cNvCxnSpPr>
          <p:nvPr/>
        </p:nvCxnSpPr>
        <p:spPr>
          <a:xfrm flipV="1">
            <a:off x="2854841" y="4999907"/>
            <a:ext cx="487" cy="8827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ight Arrow 47">
            <a:extLst>
              <a:ext uri="{FF2B5EF4-FFF2-40B4-BE49-F238E27FC236}">
                <a16:creationId xmlns:a16="http://schemas.microsoft.com/office/drawing/2014/main" id="{DDA09782-7291-4509-35AF-4725EF3891FF}"/>
              </a:ext>
            </a:extLst>
          </p:cNvPr>
          <p:cNvSpPr/>
          <p:nvPr/>
        </p:nvSpPr>
        <p:spPr>
          <a:xfrm>
            <a:off x="0" y="3761336"/>
            <a:ext cx="12191997" cy="3374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4607B8-8630-9F1F-80D3-DF3D0D7EF4C7}"/>
              </a:ext>
            </a:extLst>
          </p:cNvPr>
          <p:cNvSpPr txBox="1"/>
          <p:nvPr/>
        </p:nvSpPr>
        <p:spPr>
          <a:xfrm>
            <a:off x="-41680" y="4159212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F94BB8-9727-56AB-44E5-AAC58F56E616}"/>
              </a:ext>
            </a:extLst>
          </p:cNvPr>
          <p:cNvSpPr txBox="1"/>
          <p:nvPr/>
        </p:nvSpPr>
        <p:spPr>
          <a:xfrm>
            <a:off x="717104" y="4158455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5E1170-6448-A4B4-A4CB-715A85F29781}"/>
              </a:ext>
            </a:extLst>
          </p:cNvPr>
          <p:cNvSpPr txBox="1"/>
          <p:nvPr/>
        </p:nvSpPr>
        <p:spPr>
          <a:xfrm>
            <a:off x="1596889" y="4158455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1E22C4-E5B1-02D9-A508-4834921B959C}"/>
              </a:ext>
            </a:extLst>
          </p:cNvPr>
          <p:cNvSpPr txBox="1"/>
          <p:nvPr/>
        </p:nvSpPr>
        <p:spPr>
          <a:xfrm>
            <a:off x="2524147" y="4158455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02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412000-C4FA-41A6-3179-6763112B48D3}"/>
              </a:ext>
            </a:extLst>
          </p:cNvPr>
          <p:cNvSpPr txBox="1"/>
          <p:nvPr/>
        </p:nvSpPr>
        <p:spPr>
          <a:xfrm>
            <a:off x="3307511" y="416509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03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989895-B6AF-C6C2-E9C0-EBA59F782019}"/>
              </a:ext>
            </a:extLst>
          </p:cNvPr>
          <p:cNvSpPr txBox="1"/>
          <p:nvPr/>
        </p:nvSpPr>
        <p:spPr>
          <a:xfrm>
            <a:off x="4175138" y="4180008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04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05C8D8-684F-7D73-6069-3EED1F7983C1}"/>
              </a:ext>
            </a:extLst>
          </p:cNvPr>
          <p:cNvSpPr txBox="1"/>
          <p:nvPr/>
        </p:nvSpPr>
        <p:spPr>
          <a:xfrm>
            <a:off x="5173977" y="416509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05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322025-3E31-0B79-3052-91383858C464}"/>
              </a:ext>
            </a:extLst>
          </p:cNvPr>
          <p:cNvSpPr txBox="1"/>
          <p:nvPr/>
        </p:nvSpPr>
        <p:spPr>
          <a:xfrm>
            <a:off x="6004576" y="4180008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06</a:t>
            </a:r>
            <a:r>
              <a:rPr lang="zh-CN" altLang="en-US" dirty="0"/>
              <a:t>月</a:t>
            </a:r>
            <a:endParaRPr lang="en-CN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292921E-8233-D8EE-7D09-8D76DCD0EEC9}"/>
              </a:ext>
            </a:extLst>
          </p:cNvPr>
          <p:cNvCxnSpPr>
            <a:cxnSpLocks/>
          </p:cNvCxnSpPr>
          <p:nvPr/>
        </p:nvCxnSpPr>
        <p:spPr>
          <a:xfrm>
            <a:off x="2855327" y="3070241"/>
            <a:ext cx="0" cy="773722"/>
          </a:xfrm>
          <a:prstGeom prst="line">
            <a:avLst/>
          </a:prstGeom>
          <a:ln w="317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D1E4266-EA93-46DD-1F41-832C2FFCDDAB}"/>
              </a:ext>
            </a:extLst>
          </p:cNvPr>
          <p:cNvSpPr txBox="1"/>
          <p:nvPr/>
        </p:nvSpPr>
        <p:spPr>
          <a:xfrm>
            <a:off x="676899" y="32073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旧生长季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29652A-DB53-07CD-BCF5-9203854DEAE5}"/>
              </a:ext>
            </a:extLst>
          </p:cNvPr>
          <p:cNvSpPr txBox="1"/>
          <p:nvPr/>
        </p:nvSpPr>
        <p:spPr>
          <a:xfrm>
            <a:off x="5722078" y="3205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新生长季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E0B5BA-4A2A-1330-C2F3-FE91C6BDEDCB}"/>
              </a:ext>
            </a:extLst>
          </p:cNvPr>
          <p:cNvSpPr txBox="1"/>
          <p:nvPr/>
        </p:nvSpPr>
        <p:spPr>
          <a:xfrm>
            <a:off x="6830074" y="416509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07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CF4C3A-D0C1-CACA-8EF3-A04B32F1D302}"/>
              </a:ext>
            </a:extLst>
          </p:cNvPr>
          <p:cNvSpPr txBox="1"/>
          <p:nvPr/>
        </p:nvSpPr>
        <p:spPr>
          <a:xfrm>
            <a:off x="7675839" y="4180008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08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0662CB-98DC-854D-809B-5B9F0FF49BD8}"/>
              </a:ext>
            </a:extLst>
          </p:cNvPr>
          <p:cNvSpPr txBox="1"/>
          <p:nvPr/>
        </p:nvSpPr>
        <p:spPr>
          <a:xfrm>
            <a:off x="8491272" y="416509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09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3D6C21-2A61-A56D-9706-F2FD2ABC2D86}"/>
              </a:ext>
            </a:extLst>
          </p:cNvPr>
          <p:cNvSpPr txBox="1"/>
          <p:nvPr/>
        </p:nvSpPr>
        <p:spPr>
          <a:xfrm>
            <a:off x="9250056" y="416509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7A1D5D-4FB7-B2B3-EF23-1144403AB4E0}"/>
              </a:ext>
            </a:extLst>
          </p:cNvPr>
          <p:cNvSpPr txBox="1"/>
          <p:nvPr/>
        </p:nvSpPr>
        <p:spPr>
          <a:xfrm>
            <a:off x="10019318" y="416509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03F12A-BDFD-48C7-E3AF-2978F88B3E33}"/>
              </a:ext>
            </a:extLst>
          </p:cNvPr>
          <p:cNvSpPr txBox="1"/>
          <p:nvPr/>
        </p:nvSpPr>
        <p:spPr>
          <a:xfrm>
            <a:off x="10689190" y="4159182"/>
            <a:ext cx="66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3BB4E3-C183-DE0F-629F-8E79DA30FEAB}"/>
              </a:ext>
            </a:extLst>
          </p:cNvPr>
          <p:cNvSpPr txBox="1"/>
          <p:nvPr/>
        </p:nvSpPr>
        <p:spPr>
          <a:xfrm>
            <a:off x="11351551" y="4158455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01</a:t>
            </a:r>
            <a:r>
              <a:rPr lang="zh-CN" altLang="en-US" dirty="0"/>
              <a:t>月</a:t>
            </a:r>
            <a:endParaRPr lang="en-CN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F82FE85-DE8A-2954-0F83-94E1CCFA5495}"/>
              </a:ext>
            </a:extLst>
          </p:cNvPr>
          <p:cNvSpPr txBox="1"/>
          <p:nvPr/>
        </p:nvSpPr>
        <p:spPr>
          <a:xfrm>
            <a:off x="2579526" y="26710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落叶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D89F8A8-F1EB-F179-BBE5-7853EE3A19AC}"/>
              </a:ext>
            </a:extLst>
          </p:cNvPr>
          <p:cNvGrpSpPr/>
          <p:nvPr/>
        </p:nvGrpSpPr>
        <p:grpSpPr>
          <a:xfrm>
            <a:off x="685743" y="1256690"/>
            <a:ext cx="1067791" cy="1029310"/>
            <a:chOff x="717104" y="1256690"/>
            <a:chExt cx="1067791" cy="102931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6945567-B101-C523-8F2F-33EC58B9C0DA}"/>
                </a:ext>
              </a:extLst>
            </p:cNvPr>
            <p:cNvSpPr/>
            <p:nvPr/>
          </p:nvSpPr>
          <p:spPr>
            <a:xfrm>
              <a:off x="717104" y="1256690"/>
              <a:ext cx="1067791" cy="102931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4A75E36-7B7F-9574-9911-D2E8F396DAFB}"/>
                </a:ext>
              </a:extLst>
            </p:cNvPr>
            <p:cNvSpPr txBox="1"/>
            <p:nvPr/>
          </p:nvSpPr>
          <p:spPr>
            <a:xfrm>
              <a:off x="927833" y="1469653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侵染</a:t>
              </a:r>
            </a:p>
            <a:p>
              <a:r>
                <a:rPr lang="en-CN" dirty="0"/>
                <a:t>循环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98FB5B-2384-7904-FDAB-FAC7A6F78A3B}"/>
              </a:ext>
            </a:extLst>
          </p:cNvPr>
          <p:cNvSpPr txBox="1"/>
          <p:nvPr/>
        </p:nvSpPr>
        <p:spPr>
          <a:xfrm>
            <a:off x="6368456" y="5118099"/>
            <a:ext cx="5314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目标定位</a:t>
            </a:r>
            <a:r>
              <a:rPr lang="zh-CN" altLang="en-US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：不是</a:t>
            </a:r>
            <a:r>
              <a:rPr lang="en-US" altLang="zh-CN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primary</a:t>
            </a:r>
            <a:r>
              <a:rPr lang="zh-CN" altLang="en-US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，也不是传统的</a:t>
            </a:r>
            <a:r>
              <a:rPr lang="en-US" altLang="zh-CN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secondary</a:t>
            </a:r>
            <a:r>
              <a:rPr lang="zh-CN" altLang="en-US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而是“在常年有孢子背景下的 </a:t>
            </a:r>
            <a:r>
              <a:rPr lang="en-US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first visible infection”</a:t>
            </a:r>
            <a:endParaRPr lang="en-CN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44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130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SimHei</vt:lpstr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linjia Yao</dc:creator>
  <cp:lastModifiedBy>linjia Yao</cp:lastModifiedBy>
  <cp:revision>5</cp:revision>
  <dcterms:created xsi:type="dcterms:W3CDTF">2025-12-16T08:09:40Z</dcterms:created>
  <dcterms:modified xsi:type="dcterms:W3CDTF">2025-12-17T15:21:29Z</dcterms:modified>
</cp:coreProperties>
</file>