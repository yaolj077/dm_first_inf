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63007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90"/>
    <p:restoredTop sz="94737"/>
  </p:normalViewPr>
  <p:slideViewPr>
    <p:cSldViewPr snapToGrid="0">
      <p:cViewPr varScale="1">
        <p:scale>
          <a:sx n="132" d="100"/>
          <a:sy n="132" d="100"/>
        </p:scale>
        <p:origin x="24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2559" y="1122363"/>
            <a:ext cx="5355670" cy="2387600"/>
          </a:xfrm>
        </p:spPr>
        <p:txBody>
          <a:bodyPr anchor="b"/>
          <a:lstStyle>
            <a:lvl1pPr algn="ctr">
              <a:defRPr sz="41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7599" y="3602038"/>
            <a:ext cx="4725591" cy="1655762"/>
          </a:xfrm>
        </p:spPr>
        <p:txBody>
          <a:bodyPr/>
          <a:lstStyle>
            <a:lvl1pPr marL="0" indent="0" algn="ctr">
              <a:buNone/>
              <a:defRPr sz="1654"/>
            </a:lvl1pPr>
            <a:lvl2pPr marL="315057" indent="0" algn="ctr">
              <a:buNone/>
              <a:defRPr sz="1378"/>
            </a:lvl2pPr>
            <a:lvl3pPr marL="630113" indent="0" algn="ctr">
              <a:buNone/>
              <a:defRPr sz="1240"/>
            </a:lvl3pPr>
            <a:lvl4pPr marL="945170" indent="0" algn="ctr">
              <a:buNone/>
              <a:defRPr sz="1103"/>
            </a:lvl4pPr>
            <a:lvl5pPr marL="1260226" indent="0" algn="ctr">
              <a:buNone/>
              <a:defRPr sz="1103"/>
            </a:lvl5pPr>
            <a:lvl6pPr marL="1575283" indent="0" algn="ctr">
              <a:buNone/>
              <a:defRPr sz="1103"/>
            </a:lvl6pPr>
            <a:lvl7pPr marL="1890339" indent="0" algn="ctr">
              <a:buNone/>
              <a:defRPr sz="1103"/>
            </a:lvl7pPr>
            <a:lvl8pPr marL="2205396" indent="0" algn="ctr">
              <a:buNone/>
              <a:defRPr sz="1103"/>
            </a:lvl8pPr>
            <a:lvl9pPr marL="2520452" indent="0" algn="ctr">
              <a:buNone/>
              <a:defRPr sz="110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59476-D60E-5342-8E3C-95B3C0905B1A}" type="datetimeFigureOut">
              <a:rPr lang="en-CN" smtClean="0"/>
              <a:t>2025/12/20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E4EF3-6F23-F549-BADA-91BEEB9D095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72416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59476-D60E-5342-8E3C-95B3C0905B1A}" type="datetimeFigureOut">
              <a:rPr lang="en-CN" smtClean="0"/>
              <a:t>2025/12/20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E4EF3-6F23-F549-BADA-91BEEB9D095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62092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898" y="1709740"/>
            <a:ext cx="5434430" cy="2852737"/>
          </a:xfrm>
        </p:spPr>
        <p:txBody>
          <a:bodyPr anchor="b"/>
          <a:lstStyle>
            <a:lvl1pPr>
              <a:defRPr sz="41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9898" y="4589465"/>
            <a:ext cx="5434430" cy="1500187"/>
          </a:xfrm>
        </p:spPr>
        <p:txBody>
          <a:bodyPr/>
          <a:lstStyle>
            <a:lvl1pPr marL="0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1pPr>
            <a:lvl2pPr marL="315057" indent="0">
              <a:buNone/>
              <a:defRPr sz="1378">
                <a:solidFill>
                  <a:schemeClr val="tx1">
                    <a:tint val="82000"/>
                  </a:schemeClr>
                </a:solidFill>
              </a:defRPr>
            </a:lvl2pPr>
            <a:lvl3pPr marL="630113" indent="0">
              <a:buNone/>
              <a:defRPr sz="1240">
                <a:solidFill>
                  <a:schemeClr val="tx1">
                    <a:tint val="82000"/>
                  </a:schemeClr>
                </a:solidFill>
              </a:defRPr>
            </a:lvl3pPr>
            <a:lvl4pPr marL="945170" indent="0">
              <a:buNone/>
              <a:defRPr sz="1103">
                <a:solidFill>
                  <a:schemeClr val="tx1">
                    <a:tint val="82000"/>
                  </a:schemeClr>
                </a:solidFill>
              </a:defRPr>
            </a:lvl4pPr>
            <a:lvl5pPr marL="1260226" indent="0">
              <a:buNone/>
              <a:defRPr sz="1103">
                <a:solidFill>
                  <a:schemeClr val="tx1">
                    <a:tint val="82000"/>
                  </a:schemeClr>
                </a:solidFill>
              </a:defRPr>
            </a:lvl5pPr>
            <a:lvl6pPr marL="1575283" indent="0">
              <a:buNone/>
              <a:defRPr sz="1103">
                <a:solidFill>
                  <a:schemeClr val="tx1">
                    <a:tint val="82000"/>
                  </a:schemeClr>
                </a:solidFill>
              </a:defRPr>
            </a:lvl6pPr>
            <a:lvl7pPr marL="1890339" indent="0">
              <a:buNone/>
              <a:defRPr sz="1103">
                <a:solidFill>
                  <a:schemeClr val="tx1">
                    <a:tint val="82000"/>
                  </a:schemeClr>
                </a:solidFill>
              </a:defRPr>
            </a:lvl7pPr>
            <a:lvl8pPr marL="2205396" indent="0">
              <a:buNone/>
              <a:defRPr sz="1103">
                <a:solidFill>
                  <a:schemeClr val="tx1">
                    <a:tint val="82000"/>
                  </a:schemeClr>
                </a:solidFill>
              </a:defRPr>
            </a:lvl8pPr>
            <a:lvl9pPr marL="2520452" indent="0">
              <a:buNone/>
              <a:defRPr sz="110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59476-D60E-5342-8E3C-95B3C0905B1A}" type="datetimeFigureOut">
              <a:rPr lang="en-CN" smtClean="0"/>
              <a:t>2025/12/20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E4EF3-6F23-F549-BADA-91BEEB9D095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84420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3179" y="1825625"/>
            <a:ext cx="267783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89774" y="1825625"/>
            <a:ext cx="267783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59476-D60E-5342-8E3C-95B3C0905B1A}" type="datetimeFigureOut">
              <a:rPr lang="en-CN" smtClean="0"/>
              <a:t>2025/12/20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E4EF3-6F23-F549-BADA-91BEEB9D095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19709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000" y="365126"/>
            <a:ext cx="543443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4001" y="1681163"/>
            <a:ext cx="2665528" cy="823912"/>
          </a:xfrm>
        </p:spPr>
        <p:txBody>
          <a:bodyPr anchor="b"/>
          <a:lstStyle>
            <a:lvl1pPr marL="0" indent="0">
              <a:buNone/>
              <a:defRPr sz="1654" b="1"/>
            </a:lvl1pPr>
            <a:lvl2pPr marL="315057" indent="0">
              <a:buNone/>
              <a:defRPr sz="1378" b="1"/>
            </a:lvl2pPr>
            <a:lvl3pPr marL="630113" indent="0">
              <a:buNone/>
              <a:defRPr sz="1240" b="1"/>
            </a:lvl3pPr>
            <a:lvl4pPr marL="945170" indent="0">
              <a:buNone/>
              <a:defRPr sz="1103" b="1"/>
            </a:lvl4pPr>
            <a:lvl5pPr marL="1260226" indent="0">
              <a:buNone/>
              <a:defRPr sz="1103" b="1"/>
            </a:lvl5pPr>
            <a:lvl6pPr marL="1575283" indent="0">
              <a:buNone/>
              <a:defRPr sz="1103" b="1"/>
            </a:lvl6pPr>
            <a:lvl7pPr marL="1890339" indent="0">
              <a:buNone/>
              <a:defRPr sz="1103" b="1"/>
            </a:lvl7pPr>
            <a:lvl8pPr marL="2205396" indent="0">
              <a:buNone/>
              <a:defRPr sz="1103" b="1"/>
            </a:lvl8pPr>
            <a:lvl9pPr marL="2520452" indent="0">
              <a:buNone/>
              <a:defRPr sz="110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4001" y="2505075"/>
            <a:ext cx="266552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89774" y="1681163"/>
            <a:ext cx="2678656" cy="823912"/>
          </a:xfrm>
        </p:spPr>
        <p:txBody>
          <a:bodyPr anchor="b"/>
          <a:lstStyle>
            <a:lvl1pPr marL="0" indent="0">
              <a:buNone/>
              <a:defRPr sz="1654" b="1"/>
            </a:lvl1pPr>
            <a:lvl2pPr marL="315057" indent="0">
              <a:buNone/>
              <a:defRPr sz="1378" b="1"/>
            </a:lvl2pPr>
            <a:lvl3pPr marL="630113" indent="0">
              <a:buNone/>
              <a:defRPr sz="1240" b="1"/>
            </a:lvl3pPr>
            <a:lvl4pPr marL="945170" indent="0">
              <a:buNone/>
              <a:defRPr sz="1103" b="1"/>
            </a:lvl4pPr>
            <a:lvl5pPr marL="1260226" indent="0">
              <a:buNone/>
              <a:defRPr sz="1103" b="1"/>
            </a:lvl5pPr>
            <a:lvl6pPr marL="1575283" indent="0">
              <a:buNone/>
              <a:defRPr sz="1103" b="1"/>
            </a:lvl6pPr>
            <a:lvl7pPr marL="1890339" indent="0">
              <a:buNone/>
              <a:defRPr sz="1103" b="1"/>
            </a:lvl7pPr>
            <a:lvl8pPr marL="2205396" indent="0">
              <a:buNone/>
              <a:defRPr sz="1103" b="1"/>
            </a:lvl8pPr>
            <a:lvl9pPr marL="2520452" indent="0">
              <a:buNone/>
              <a:defRPr sz="110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189774" y="2505075"/>
            <a:ext cx="267865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59476-D60E-5342-8E3C-95B3C0905B1A}" type="datetimeFigureOut">
              <a:rPr lang="en-CN" smtClean="0"/>
              <a:t>2025/12/20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E4EF3-6F23-F549-BADA-91BEEB9D095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77068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59476-D60E-5342-8E3C-95B3C0905B1A}" type="datetimeFigureOut">
              <a:rPr lang="en-CN" smtClean="0"/>
              <a:t>2025/12/20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E4EF3-6F23-F549-BADA-91BEEB9D095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97024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59476-D60E-5342-8E3C-95B3C0905B1A}" type="datetimeFigureOut">
              <a:rPr lang="en-CN" smtClean="0"/>
              <a:t>2025/12/20</a:t>
            </a:fld>
            <a:endParaRPr lang="en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E4EF3-6F23-F549-BADA-91BEEB9D095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56937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000" y="457200"/>
            <a:ext cx="2032168" cy="1600200"/>
          </a:xfrm>
        </p:spPr>
        <p:txBody>
          <a:bodyPr anchor="b"/>
          <a:lstStyle>
            <a:lvl1pPr>
              <a:defRPr sz="220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8656" y="987426"/>
            <a:ext cx="3189774" cy="4873625"/>
          </a:xfrm>
        </p:spPr>
        <p:txBody>
          <a:bodyPr/>
          <a:lstStyle>
            <a:lvl1pPr>
              <a:defRPr sz="2205"/>
            </a:lvl1pPr>
            <a:lvl2pPr>
              <a:defRPr sz="1929"/>
            </a:lvl2pPr>
            <a:lvl3pPr>
              <a:defRPr sz="1654"/>
            </a:lvl3pPr>
            <a:lvl4pPr>
              <a:defRPr sz="1378"/>
            </a:lvl4pPr>
            <a:lvl5pPr>
              <a:defRPr sz="1378"/>
            </a:lvl5pPr>
            <a:lvl6pPr>
              <a:defRPr sz="1378"/>
            </a:lvl6pPr>
            <a:lvl7pPr>
              <a:defRPr sz="1378"/>
            </a:lvl7pPr>
            <a:lvl8pPr>
              <a:defRPr sz="1378"/>
            </a:lvl8pPr>
            <a:lvl9pPr>
              <a:defRPr sz="13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4000" y="2057400"/>
            <a:ext cx="2032168" cy="3811588"/>
          </a:xfrm>
        </p:spPr>
        <p:txBody>
          <a:bodyPr/>
          <a:lstStyle>
            <a:lvl1pPr marL="0" indent="0">
              <a:buNone/>
              <a:defRPr sz="1103"/>
            </a:lvl1pPr>
            <a:lvl2pPr marL="315057" indent="0">
              <a:buNone/>
              <a:defRPr sz="965"/>
            </a:lvl2pPr>
            <a:lvl3pPr marL="630113" indent="0">
              <a:buNone/>
              <a:defRPr sz="827"/>
            </a:lvl3pPr>
            <a:lvl4pPr marL="945170" indent="0">
              <a:buNone/>
              <a:defRPr sz="689"/>
            </a:lvl4pPr>
            <a:lvl5pPr marL="1260226" indent="0">
              <a:buNone/>
              <a:defRPr sz="689"/>
            </a:lvl5pPr>
            <a:lvl6pPr marL="1575283" indent="0">
              <a:buNone/>
              <a:defRPr sz="689"/>
            </a:lvl6pPr>
            <a:lvl7pPr marL="1890339" indent="0">
              <a:buNone/>
              <a:defRPr sz="689"/>
            </a:lvl7pPr>
            <a:lvl8pPr marL="2205396" indent="0">
              <a:buNone/>
              <a:defRPr sz="689"/>
            </a:lvl8pPr>
            <a:lvl9pPr marL="2520452" indent="0">
              <a:buNone/>
              <a:defRPr sz="68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59476-D60E-5342-8E3C-95B3C0905B1A}" type="datetimeFigureOut">
              <a:rPr lang="en-CN" smtClean="0"/>
              <a:t>2025/12/20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E4EF3-6F23-F549-BADA-91BEEB9D095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09448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000" y="457200"/>
            <a:ext cx="2032168" cy="1600200"/>
          </a:xfrm>
        </p:spPr>
        <p:txBody>
          <a:bodyPr anchor="b"/>
          <a:lstStyle>
            <a:lvl1pPr>
              <a:defRPr sz="220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78656" y="987426"/>
            <a:ext cx="3189774" cy="4873625"/>
          </a:xfrm>
        </p:spPr>
        <p:txBody>
          <a:bodyPr anchor="t"/>
          <a:lstStyle>
            <a:lvl1pPr marL="0" indent="0">
              <a:buNone/>
              <a:defRPr sz="2205"/>
            </a:lvl1pPr>
            <a:lvl2pPr marL="315057" indent="0">
              <a:buNone/>
              <a:defRPr sz="1929"/>
            </a:lvl2pPr>
            <a:lvl3pPr marL="630113" indent="0">
              <a:buNone/>
              <a:defRPr sz="1654"/>
            </a:lvl3pPr>
            <a:lvl4pPr marL="945170" indent="0">
              <a:buNone/>
              <a:defRPr sz="1378"/>
            </a:lvl4pPr>
            <a:lvl5pPr marL="1260226" indent="0">
              <a:buNone/>
              <a:defRPr sz="1378"/>
            </a:lvl5pPr>
            <a:lvl6pPr marL="1575283" indent="0">
              <a:buNone/>
              <a:defRPr sz="1378"/>
            </a:lvl6pPr>
            <a:lvl7pPr marL="1890339" indent="0">
              <a:buNone/>
              <a:defRPr sz="1378"/>
            </a:lvl7pPr>
            <a:lvl8pPr marL="2205396" indent="0">
              <a:buNone/>
              <a:defRPr sz="1378"/>
            </a:lvl8pPr>
            <a:lvl9pPr marL="2520452" indent="0">
              <a:buNone/>
              <a:defRPr sz="137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4000" y="2057400"/>
            <a:ext cx="2032168" cy="3811588"/>
          </a:xfrm>
        </p:spPr>
        <p:txBody>
          <a:bodyPr/>
          <a:lstStyle>
            <a:lvl1pPr marL="0" indent="0">
              <a:buNone/>
              <a:defRPr sz="1103"/>
            </a:lvl1pPr>
            <a:lvl2pPr marL="315057" indent="0">
              <a:buNone/>
              <a:defRPr sz="965"/>
            </a:lvl2pPr>
            <a:lvl3pPr marL="630113" indent="0">
              <a:buNone/>
              <a:defRPr sz="827"/>
            </a:lvl3pPr>
            <a:lvl4pPr marL="945170" indent="0">
              <a:buNone/>
              <a:defRPr sz="689"/>
            </a:lvl4pPr>
            <a:lvl5pPr marL="1260226" indent="0">
              <a:buNone/>
              <a:defRPr sz="689"/>
            </a:lvl5pPr>
            <a:lvl6pPr marL="1575283" indent="0">
              <a:buNone/>
              <a:defRPr sz="689"/>
            </a:lvl6pPr>
            <a:lvl7pPr marL="1890339" indent="0">
              <a:buNone/>
              <a:defRPr sz="689"/>
            </a:lvl7pPr>
            <a:lvl8pPr marL="2205396" indent="0">
              <a:buNone/>
              <a:defRPr sz="689"/>
            </a:lvl8pPr>
            <a:lvl9pPr marL="2520452" indent="0">
              <a:buNone/>
              <a:defRPr sz="68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59476-D60E-5342-8E3C-95B3C0905B1A}" type="datetimeFigureOut">
              <a:rPr lang="en-CN" smtClean="0"/>
              <a:t>2025/12/20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E4EF3-6F23-F549-BADA-91BEEB9D095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70515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59476-D60E-5342-8E3C-95B3C0905B1A}" type="datetimeFigureOut">
              <a:rPr lang="en-CN" smtClean="0"/>
              <a:t>2025/12/20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E4EF3-6F23-F549-BADA-91BEEB9D095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90044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09002" y="365125"/>
            <a:ext cx="1358607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33180" y="365125"/>
            <a:ext cx="399706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59476-D60E-5342-8E3C-95B3C0905B1A}" type="datetimeFigureOut">
              <a:rPr lang="en-CN" smtClean="0"/>
              <a:t>2025/12/20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E4EF3-6F23-F549-BADA-91BEEB9D095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757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3179" y="365126"/>
            <a:ext cx="543443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3179" y="1825625"/>
            <a:ext cx="543443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33179" y="6356352"/>
            <a:ext cx="14176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B59476-D60E-5342-8E3C-95B3C0905B1A}" type="datetimeFigureOut">
              <a:rPr lang="en-CN" smtClean="0"/>
              <a:t>2025/12/20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7136" y="6356352"/>
            <a:ext cx="21265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49932" y="6356352"/>
            <a:ext cx="14176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1E4EF3-6F23-F549-BADA-91BEEB9D095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16207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30113" rtl="0" eaLnBrk="1" latinLnBrk="0" hangingPunct="1">
        <a:lnSpc>
          <a:spcPct val="90000"/>
        </a:lnSpc>
        <a:spcBef>
          <a:spcPct val="0"/>
        </a:spcBef>
        <a:buNone/>
        <a:defRPr sz="30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7528" indent="-157528" algn="l" defTabSz="63011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1929" kern="1200">
          <a:solidFill>
            <a:schemeClr val="tx1"/>
          </a:solidFill>
          <a:latin typeface="+mn-lt"/>
          <a:ea typeface="+mn-ea"/>
          <a:cs typeface="+mn-cs"/>
        </a:defRPr>
      </a:lvl1pPr>
      <a:lvl2pPr marL="472585" indent="-157528" algn="l" defTabSz="630113" rtl="0" eaLnBrk="1" latinLnBrk="0" hangingPunct="1">
        <a:lnSpc>
          <a:spcPct val="90000"/>
        </a:lnSpc>
        <a:spcBef>
          <a:spcPts val="345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2pPr>
      <a:lvl3pPr marL="787641" indent="-157528" algn="l" defTabSz="630113" rtl="0" eaLnBrk="1" latinLnBrk="0" hangingPunct="1">
        <a:lnSpc>
          <a:spcPct val="90000"/>
        </a:lnSpc>
        <a:spcBef>
          <a:spcPts val="345"/>
        </a:spcBef>
        <a:buFont typeface="Arial" panose="020B0604020202020204" pitchFamily="34" charset="0"/>
        <a:buChar char="•"/>
        <a:defRPr sz="1378" kern="1200">
          <a:solidFill>
            <a:schemeClr val="tx1"/>
          </a:solidFill>
          <a:latin typeface="+mn-lt"/>
          <a:ea typeface="+mn-ea"/>
          <a:cs typeface="+mn-cs"/>
        </a:defRPr>
      </a:lvl3pPr>
      <a:lvl4pPr marL="1102698" indent="-157528" algn="l" defTabSz="630113" rtl="0" eaLnBrk="1" latinLnBrk="0" hangingPunct="1">
        <a:lnSpc>
          <a:spcPct val="90000"/>
        </a:lnSpc>
        <a:spcBef>
          <a:spcPts val="345"/>
        </a:spcBef>
        <a:buFont typeface="Arial" panose="020B0604020202020204" pitchFamily="34" charset="0"/>
        <a:buChar char="•"/>
        <a:defRPr sz="1240" kern="1200">
          <a:solidFill>
            <a:schemeClr val="tx1"/>
          </a:solidFill>
          <a:latin typeface="+mn-lt"/>
          <a:ea typeface="+mn-ea"/>
          <a:cs typeface="+mn-cs"/>
        </a:defRPr>
      </a:lvl4pPr>
      <a:lvl5pPr marL="1417754" indent="-157528" algn="l" defTabSz="630113" rtl="0" eaLnBrk="1" latinLnBrk="0" hangingPunct="1">
        <a:lnSpc>
          <a:spcPct val="90000"/>
        </a:lnSpc>
        <a:spcBef>
          <a:spcPts val="345"/>
        </a:spcBef>
        <a:buFont typeface="Arial" panose="020B0604020202020204" pitchFamily="34" charset="0"/>
        <a:buChar char="•"/>
        <a:defRPr sz="1240" kern="1200">
          <a:solidFill>
            <a:schemeClr val="tx1"/>
          </a:solidFill>
          <a:latin typeface="+mn-lt"/>
          <a:ea typeface="+mn-ea"/>
          <a:cs typeface="+mn-cs"/>
        </a:defRPr>
      </a:lvl5pPr>
      <a:lvl6pPr marL="1732811" indent="-157528" algn="l" defTabSz="630113" rtl="0" eaLnBrk="1" latinLnBrk="0" hangingPunct="1">
        <a:lnSpc>
          <a:spcPct val="90000"/>
        </a:lnSpc>
        <a:spcBef>
          <a:spcPts val="345"/>
        </a:spcBef>
        <a:buFont typeface="Arial" panose="020B0604020202020204" pitchFamily="34" charset="0"/>
        <a:buChar char="•"/>
        <a:defRPr sz="1240" kern="1200">
          <a:solidFill>
            <a:schemeClr val="tx1"/>
          </a:solidFill>
          <a:latin typeface="+mn-lt"/>
          <a:ea typeface="+mn-ea"/>
          <a:cs typeface="+mn-cs"/>
        </a:defRPr>
      </a:lvl6pPr>
      <a:lvl7pPr marL="2047867" indent="-157528" algn="l" defTabSz="630113" rtl="0" eaLnBrk="1" latinLnBrk="0" hangingPunct="1">
        <a:lnSpc>
          <a:spcPct val="90000"/>
        </a:lnSpc>
        <a:spcBef>
          <a:spcPts val="345"/>
        </a:spcBef>
        <a:buFont typeface="Arial" panose="020B0604020202020204" pitchFamily="34" charset="0"/>
        <a:buChar char="•"/>
        <a:defRPr sz="1240" kern="1200">
          <a:solidFill>
            <a:schemeClr val="tx1"/>
          </a:solidFill>
          <a:latin typeface="+mn-lt"/>
          <a:ea typeface="+mn-ea"/>
          <a:cs typeface="+mn-cs"/>
        </a:defRPr>
      </a:lvl7pPr>
      <a:lvl8pPr marL="2362924" indent="-157528" algn="l" defTabSz="630113" rtl="0" eaLnBrk="1" latinLnBrk="0" hangingPunct="1">
        <a:lnSpc>
          <a:spcPct val="90000"/>
        </a:lnSpc>
        <a:spcBef>
          <a:spcPts val="345"/>
        </a:spcBef>
        <a:buFont typeface="Arial" panose="020B0604020202020204" pitchFamily="34" charset="0"/>
        <a:buChar char="•"/>
        <a:defRPr sz="1240" kern="1200">
          <a:solidFill>
            <a:schemeClr val="tx1"/>
          </a:solidFill>
          <a:latin typeface="+mn-lt"/>
          <a:ea typeface="+mn-ea"/>
          <a:cs typeface="+mn-cs"/>
        </a:defRPr>
      </a:lvl8pPr>
      <a:lvl9pPr marL="2677980" indent="-157528" algn="l" defTabSz="630113" rtl="0" eaLnBrk="1" latinLnBrk="0" hangingPunct="1">
        <a:lnSpc>
          <a:spcPct val="90000"/>
        </a:lnSpc>
        <a:spcBef>
          <a:spcPts val="345"/>
        </a:spcBef>
        <a:buFont typeface="Arial" panose="020B0604020202020204" pitchFamily="34" charset="0"/>
        <a:buChar char="•"/>
        <a:defRPr sz="12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30113" rtl="0" eaLnBrk="1" latinLnBrk="0" hangingPunct="1">
        <a:defRPr sz="1240" kern="1200">
          <a:solidFill>
            <a:schemeClr val="tx1"/>
          </a:solidFill>
          <a:latin typeface="+mn-lt"/>
          <a:ea typeface="+mn-ea"/>
          <a:cs typeface="+mn-cs"/>
        </a:defRPr>
      </a:lvl1pPr>
      <a:lvl2pPr marL="315057" algn="l" defTabSz="630113" rtl="0" eaLnBrk="1" latinLnBrk="0" hangingPunct="1">
        <a:defRPr sz="1240" kern="1200">
          <a:solidFill>
            <a:schemeClr val="tx1"/>
          </a:solidFill>
          <a:latin typeface="+mn-lt"/>
          <a:ea typeface="+mn-ea"/>
          <a:cs typeface="+mn-cs"/>
        </a:defRPr>
      </a:lvl2pPr>
      <a:lvl3pPr marL="630113" algn="l" defTabSz="630113" rtl="0" eaLnBrk="1" latinLnBrk="0" hangingPunct="1">
        <a:defRPr sz="1240" kern="1200">
          <a:solidFill>
            <a:schemeClr val="tx1"/>
          </a:solidFill>
          <a:latin typeface="+mn-lt"/>
          <a:ea typeface="+mn-ea"/>
          <a:cs typeface="+mn-cs"/>
        </a:defRPr>
      </a:lvl3pPr>
      <a:lvl4pPr marL="945170" algn="l" defTabSz="630113" rtl="0" eaLnBrk="1" latinLnBrk="0" hangingPunct="1">
        <a:defRPr sz="1240" kern="1200">
          <a:solidFill>
            <a:schemeClr val="tx1"/>
          </a:solidFill>
          <a:latin typeface="+mn-lt"/>
          <a:ea typeface="+mn-ea"/>
          <a:cs typeface="+mn-cs"/>
        </a:defRPr>
      </a:lvl4pPr>
      <a:lvl5pPr marL="1260226" algn="l" defTabSz="630113" rtl="0" eaLnBrk="1" latinLnBrk="0" hangingPunct="1">
        <a:defRPr sz="1240" kern="1200">
          <a:solidFill>
            <a:schemeClr val="tx1"/>
          </a:solidFill>
          <a:latin typeface="+mn-lt"/>
          <a:ea typeface="+mn-ea"/>
          <a:cs typeface="+mn-cs"/>
        </a:defRPr>
      </a:lvl5pPr>
      <a:lvl6pPr marL="1575283" algn="l" defTabSz="630113" rtl="0" eaLnBrk="1" latinLnBrk="0" hangingPunct="1">
        <a:defRPr sz="1240" kern="1200">
          <a:solidFill>
            <a:schemeClr val="tx1"/>
          </a:solidFill>
          <a:latin typeface="+mn-lt"/>
          <a:ea typeface="+mn-ea"/>
          <a:cs typeface="+mn-cs"/>
        </a:defRPr>
      </a:lvl6pPr>
      <a:lvl7pPr marL="1890339" algn="l" defTabSz="630113" rtl="0" eaLnBrk="1" latinLnBrk="0" hangingPunct="1">
        <a:defRPr sz="1240" kern="1200">
          <a:solidFill>
            <a:schemeClr val="tx1"/>
          </a:solidFill>
          <a:latin typeface="+mn-lt"/>
          <a:ea typeface="+mn-ea"/>
          <a:cs typeface="+mn-cs"/>
        </a:defRPr>
      </a:lvl7pPr>
      <a:lvl8pPr marL="2205396" algn="l" defTabSz="630113" rtl="0" eaLnBrk="1" latinLnBrk="0" hangingPunct="1">
        <a:defRPr sz="1240" kern="1200">
          <a:solidFill>
            <a:schemeClr val="tx1"/>
          </a:solidFill>
          <a:latin typeface="+mn-lt"/>
          <a:ea typeface="+mn-ea"/>
          <a:cs typeface="+mn-cs"/>
        </a:defRPr>
      </a:lvl8pPr>
      <a:lvl9pPr marL="2520452" algn="l" defTabSz="630113" rtl="0" eaLnBrk="1" latinLnBrk="0" hangingPunct="1">
        <a:defRPr sz="12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rawing of a tree&#10;&#10;AI-generated content may be incorrect.">
            <a:extLst>
              <a:ext uri="{FF2B5EF4-FFF2-40B4-BE49-F238E27FC236}">
                <a16:creationId xmlns:a16="http://schemas.microsoft.com/office/drawing/2014/main" id="{52DC83B1-C229-8BE4-C671-F724D8F684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964" t="23307" r="31194" b="25891"/>
          <a:stretch>
            <a:fillRect/>
          </a:stretch>
        </p:blipFill>
        <p:spPr>
          <a:xfrm>
            <a:off x="-41543" y="1915427"/>
            <a:ext cx="2637129" cy="2189783"/>
          </a:xfrm>
          <a:prstGeom prst="rect">
            <a:avLst/>
          </a:prstGeom>
        </p:spPr>
      </p:pic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9FA18B19-3E3D-B75A-8F54-B4E1095D733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870336" y="3428519"/>
            <a:ext cx="353121" cy="207718"/>
          </a:xfrm>
          <a:prstGeom prst="curvedConnector3">
            <a:avLst>
              <a:gd name="adj1" fmla="val 119118"/>
            </a:avLst>
          </a:prstGeom>
          <a:ln w="317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CC5096E0-2C4F-F9F2-A21C-93A224A46DF0}"/>
              </a:ext>
            </a:extLst>
          </p:cNvPr>
          <p:cNvCxnSpPr>
            <a:cxnSpLocks/>
          </p:cNvCxnSpPr>
          <p:nvPr/>
        </p:nvCxnSpPr>
        <p:spPr>
          <a:xfrm rot="16200000" flipV="1">
            <a:off x="393253" y="3452450"/>
            <a:ext cx="443084" cy="249818"/>
          </a:xfrm>
          <a:prstGeom prst="curvedConnector3">
            <a:avLst>
              <a:gd name="adj1" fmla="val 113288"/>
            </a:avLst>
          </a:prstGeom>
          <a:ln w="317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CB3485AD-E1D0-311E-5C35-F5E887A28EA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185517" y="3577119"/>
            <a:ext cx="469049" cy="227290"/>
          </a:xfrm>
          <a:prstGeom prst="curvedConnector3">
            <a:avLst>
              <a:gd name="adj1" fmla="val 105356"/>
            </a:avLst>
          </a:prstGeom>
          <a:ln w="317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Picture 40" descr="A tree with leaves and branches&#10;&#10;AI-generated content may be incorrect.">
            <a:extLst>
              <a:ext uri="{FF2B5EF4-FFF2-40B4-BE49-F238E27FC236}">
                <a16:creationId xmlns:a16="http://schemas.microsoft.com/office/drawing/2014/main" id="{5C1D015E-1C05-4DB7-D0F1-377E94115C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176" t="29444" r="22018" b="28088"/>
          <a:stretch>
            <a:fillRect/>
          </a:stretch>
        </p:blipFill>
        <p:spPr>
          <a:xfrm>
            <a:off x="3166532" y="1992429"/>
            <a:ext cx="3134256" cy="2024501"/>
          </a:xfrm>
          <a:prstGeom prst="rect">
            <a:avLst/>
          </a:prstGeom>
        </p:spPr>
      </p:pic>
      <p:cxnSp>
        <p:nvCxnSpPr>
          <p:cNvPr id="44" name="Curved Connector 43">
            <a:extLst>
              <a:ext uri="{FF2B5EF4-FFF2-40B4-BE49-F238E27FC236}">
                <a16:creationId xmlns:a16="http://schemas.microsoft.com/office/drawing/2014/main" id="{8485438E-79BF-6B9C-6E85-F8A4EE6A2AD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429109" y="3325141"/>
            <a:ext cx="353121" cy="207718"/>
          </a:xfrm>
          <a:prstGeom prst="curvedConnector3">
            <a:avLst>
              <a:gd name="adj1" fmla="val 119118"/>
            </a:avLst>
          </a:prstGeom>
          <a:ln w="317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4">
            <a:extLst>
              <a:ext uri="{FF2B5EF4-FFF2-40B4-BE49-F238E27FC236}">
                <a16:creationId xmlns:a16="http://schemas.microsoft.com/office/drawing/2014/main" id="{AB31E397-380E-33C3-3351-B93B2A897CE0}"/>
              </a:ext>
            </a:extLst>
          </p:cNvPr>
          <p:cNvCxnSpPr>
            <a:cxnSpLocks/>
          </p:cNvCxnSpPr>
          <p:nvPr/>
        </p:nvCxnSpPr>
        <p:spPr>
          <a:xfrm rot="16200000" flipV="1">
            <a:off x="3967603" y="3452450"/>
            <a:ext cx="443084" cy="249818"/>
          </a:xfrm>
          <a:prstGeom prst="curvedConnector3">
            <a:avLst>
              <a:gd name="adj1" fmla="val 113288"/>
            </a:avLst>
          </a:prstGeom>
          <a:ln w="317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urved Connector 45">
            <a:extLst>
              <a:ext uri="{FF2B5EF4-FFF2-40B4-BE49-F238E27FC236}">
                <a16:creationId xmlns:a16="http://schemas.microsoft.com/office/drawing/2014/main" id="{2FCE869C-AC95-003D-79C9-B0103B24078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770100" y="3450732"/>
            <a:ext cx="469049" cy="227290"/>
          </a:xfrm>
          <a:prstGeom prst="curvedConnector3">
            <a:avLst>
              <a:gd name="adj1" fmla="val 105356"/>
            </a:avLst>
          </a:prstGeom>
          <a:ln w="317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AC01B34-5EDC-3691-A9F8-8452463FDECC}"/>
              </a:ext>
            </a:extLst>
          </p:cNvPr>
          <p:cNvGrpSpPr/>
          <p:nvPr/>
        </p:nvGrpSpPr>
        <p:grpSpPr>
          <a:xfrm>
            <a:off x="2534296" y="2558625"/>
            <a:ext cx="704779" cy="1193396"/>
            <a:chOff x="5193498" y="2470499"/>
            <a:chExt cx="1110980" cy="1633786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107217C9-AAF9-9058-81B1-A1DD818F305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5490" t="17483" r="16432" b="15776"/>
            <a:stretch>
              <a:fillRect/>
            </a:stretch>
          </p:blipFill>
          <p:spPr>
            <a:xfrm>
              <a:off x="5193498" y="2470499"/>
              <a:ext cx="1110980" cy="1633786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F9A5862-9337-0404-FF29-DA59A1DC4BB5}"/>
                </a:ext>
              </a:extLst>
            </p:cNvPr>
            <p:cNvSpPr txBox="1"/>
            <p:nvPr/>
          </p:nvSpPr>
          <p:spPr>
            <a:xfrm>
              <a:off x="5287931" y="2991794"/>
              <a:ext cx="950619" cy="716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Spore</a:t>
              </a:r>
            </a:p>
            <a:p>
              <a:pPr algn="ctr"/>
              <a:r>
                <a:rPr lang="en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Trap</a:t>
              </a:r>
            </a:p>
          </p:txBody>
        </p:sp>
      </p:grpSp>
      <p:cxnSp>
        <p:nvCxnSpPr>
          <p:cNvPr id="51" name="Curved Connector 50">
            <a:extLst>
              <a:ext uri="{FF2B5EF4-FFF2-40B4-BE49-F238E27FC236}">
                <a16:creationId xmlns:a16="http://schemas.microsoft.com/office/drawing/2014/main" id="{1F86FD26-4AB5-7C8A-5FDD-0F053AA67863}"/>
              </a:ext>
            </a:extLst>
          </p:cNvPr>
          <p:cNvCxnSpPr>
            <a:cxnSpLocks/>
            <a:endCxn id="48" idx="1"/>
          </p:cNvCxnSpPr>
          <p:nvPr/>
        </p:nvCxnSpPr>
        <p:spPr>
          <a:xfrm rot="5400000" flipH="1" flipV="1">
            <a:off x="2102705" y="3421912"/>
            <a:ext cx="698180" cy="165002"/>
          </a:xfrm>
          <a:prstGeom prst="curvedConnector2">
            <a:avLst/>
          </a:prstGeom>
          <a:ln w="317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urved Connector 55">
            <a:extLst>
              <a:ext uri="{FF2B5EF4-FFF2-40B4-BE49-F238E27FC236}">
                <a16:creationId xmlns:a16="http://schemas.microsoft.com/office/drawing/2014/main" id="{06A86BFA-85C1-F75F-D117-E3A151957338}"/>
              </a:ext>
            </a:extLst>
          </p:cNvPr>
          <p:cNvCxnSpPr>
            <a:cxnSpLocks/>
          </p:cNvCxnSpPr>
          <p:nvPr/>
        </p:nvCxnSpPr>
        <p:spPr>
          <a:xfrm rot="16200000" flipV="1">
            <a:off x="3192384" y="3144895"/>
            <a:ext cx="703473" cy="604540"/>
          </a:xfrm>
          <a:prstGeom prst="curvedConnector3">
            <a:avLst>
              <a:gd name="adj1" fmla="val 109272"/>
            </a:avLst>
          </a:prstGeom>
          <a:ln w="317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02BA355-3754-E2C1-8DF2-8B01C5A36EDC}"/>
              </a:ext>
            </a:extLst>
          </p:cNvPr>
          <p:cNvCxnSpPr>
            <a:cxnSpLocks/>
          </p:cNvCxnSpPr>
          <p:nvPr/>
        </p:nvCxnSpPr>
        <p:spPr>
          <a:xfrm flipV="1">
            <a:off x="-2837" y="4481466"/>
            <a:ext cx="6211132" cy="8345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21CD147-5969-69DF-EFD4-78644D15992F}"/>
              </a:ext>
            </a:extLst>
          </p:cNvPr>
          <p:cNvCxnSpPr/>
          <p:nvPr/>
        </p:nvCxnSpPr>
        <p:spPr>
          <a:xfrm>
            <a:off x="491140" y="4365963"/>
            <a:ext cx="0" cy="115503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A2F3988E-116E-43CD-F6BB-B349F40D022E}"/>
              </a:ext>
            </a:extLst>
          </p:cNvPr>
          <p:cNvCxnSpPr/>
          <p:nvPr/>
        </p:nvCxnSpPr>
        <p:spPr>
          <a:xfrm>
            <a:off x="1588669" y="4370810"/>
            <a:ext cx="0" cy="115503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F2BBAD9-9B7C-CED8-7D78-CC61DE844C5A}"/>
              </a:ext>
            </a:extLst>
          </p:cNvPr>
          <p:cNvCxnSpPr/>
          <p:nvPr/>
        </p:nvCxnSpPr>
        <p:spPr>
          <a:xfrm>
            <a:off x="2715613" y="4368912"/>
            <a:ext cx="0" cy="115503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F1BE03E2-E776-8CFE-DCA0-EF174744DB58}"/>
              </a:ext>
            </a:extLst>
          </p:cNvPr>
          <p:cNvSpPr txBox="1"/>
          <p:nvPr/>
        </p:nvSpPr>
        <p:spPr>
          <a:xfrm>
            <a:off x="296215" y="4527499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Feb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C8C6852-1471-766E-0C47-E6C43490500A}"/>
              </a:ext>
            </a:extLst>
          </p:cNvPr>
          <p:cNvSpPr txBox="1"/>
          <p:nvPr/>
        </p:nvSpPr>
        <p:spPr>
          <a:xfrm>
            <a:off x="1393744" y="4527498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9FCC5AB-0117-3279-DEB8-C48E129D02F0}"/>
              </a:ext>
            </a:extLst>
          </p:cNvPr>
          <p:cNvSpPr txBox="1"/>
          <p:nvPr/>
        </p:nvSpPr>
        <p:spPr>
          <a:xfrm>
            <a:off x="2520688" y="4535225"/>
            <a:ext cx="4635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C7E9E2A-2BB7-C263-3F9F-EF273EA5163E}"/>
              </a:ext>
            </a:extLst>
          </p:cNvPr>
          <p:cNvCxnSpPr>
            <a:cxnSpLocks/>
          </p:cNvCxnSpPr>
          <p:nvPr/>
        </p:nvCxnSpPr>
        <p:spPr>
          <a:xfrm>
            <a:off x="472560" y="1493138"/>
            <a:ext cx="323285" cy="0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2F6C4B3E-3326-2EE2-6081-FB4F9A904A60}"/>
              </a:ext>
            </a:extLst>
          </p:cNvPr>
          <p:cNvSpPr txBox="1"/>
          <p:nvPr/>
        </p:nvSpPr>
        <p:spPr>
          <a:xfrm>
            <a:off x="893641" y="1339249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Invalid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dispersal</a:t>
            </a:r>
            <a:endParaRPr lang="en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56E6B76-5C8B-25EC-C966-0B14AAAEF60A}"/>
              </a:ext>
            </a:extLst>
          </p:cNvPr>
          <p:cNvCxnSpPr>
            <a:cxnSpLocks/>
          </p:cNvCxnSpPr>
          <p:nvPr/>
        </p:nvCxnSpPr>
        <p:spPr>
          <a:xfrm>
            <a:off x="2978834" y="1493138"/>
            <a:ext cx="323285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F56AADB4-CF4D-56E6-2D8B-9B1C5BBB2949}"/>
              </a:ext>
            </a:extLst>
          </p:cNvPr>
          <p:cNvSpPr txBox="1"/>
          <p:nvPr/>
        </p:nvSpPr>
        <p:spPr>
          <a:xfrm>
            <a:off x="3399915" y="1339249"/>
            <a:ext cx="1248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dispersal</a:t>
            </a:r>
            <a:endParaRPr lang="en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5B077D6-4B11-F987-0EA4-B066F252A11A}"/>
              </a:ext>
            </a:extLst>
          </p:cNvPr>
          <p:cNvCxnSpPr/>
          <p:nvPr/>
        </p:nvCxnSpPr>
        <p:spPr>
          <a:xfrm>
            <a:off x="3859629" y="4382032"/>
            <a:ext cx="0" cy="115503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74B36A1-41F8-ADB8-AD62-584E6F1121F0}"/>
              </a:ext>
            </a:extLst>
          </p:cNvPr>
          <p:cNvCxnSpPr/>
          <p:nvPr/>
        </p:nvCxnSpPr>
        <p:spPr>
          <a:xfrm>
            <a:off x="5019051" y="4382033"/>
            <a:ext cx="0" cy="115503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885FC2CC-B471-59CD-657F-D6029DFE67F9}"/>
              </a:ext>
            </a:extLst>
          </p:cNvPr>
          <p:cNvSpPr txBox="1"/>
          <p:nvPr/>
        </p:nvSpPr>
        <p:spPr>
          <a:xfrm>
            <a:off x="3627835" y="4535223"/>
            <a:ext cx="5148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5852722-45F8-2F63-68EC-9A01DE3F324A}"/>
              </a:ext>
            </a:extLst>
          </p:cNvPr>
          <p:cNvSpPr txBox="1"/>
          <p:nvPr/>
        </p:nvSpPr>
        <p:spPr>
          <a:xfrm>
            <a:off x="4787257" y="4535223"/>
            <a:ext cx="434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19F660AB-98E5-4BE6-833E-B62FEBA2C642}"/>
              </a:ext>
            </a:extLst>
          </p:cNvPr>
          <p:cNvCxnSpPr>
            <a:cxnSpLocks/>
          </p:cNvCxnSpPr>
          <p:nvPr/>
        </p:nvCxnSpPr>
        <p:spPr>
          <a:xfrm>
            <a:off x="5762807" y="1603080"/>
            <a:ext cx="0" cy="2888011"/>
          </a:xfrm>
          <a:prstGeom prst="line">
            <a:avLst/>
          </a:prstGeom>
          <a:ln w="31750">
            <a:solidFill>
              <a:schemeClr val="tx1"/>
            </a:solidFill>
            <a:prstDash val="dash"/>
            <a:head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BD3D1A7A-272D-B98A-E35A-83893C528CA5}"/>
              </a:ext>
            </a:extLst>
          </p:cNvPr>
          <p:cNvSpPr txBox="1"/>
          <p:nvPr/>
        </p:nvSpPr>
        <p:spPr>
          <a:xfrm>
            <a:off x="5124615" y="1339248"/>
            <a:ext cx="11961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infection</a:t>
            </a:r>
            <a:endParaRPr lang="en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D66BCCE-7494-B246-CEBC-DBD3E6354DDC}"/>
              </a:ext>
            </a:extLst>
          </p:cNvPr>
          <p:cNvSpPr txBox="1"/>
          <p:nvPr/>
        </p:nvSpPr>
        <p:spPr>
          <a:xfrm>
            <a:off x="658607" y="3980328"/>
            <a:ext cx="14702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Infected leaf litter</a:t>
            </a:r>
            <a:endParaRPr lang="en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9BDF988-8B6F-C6EA-BA8D-C44BEA52C108}"/>
              </a:ext>
            </a:extLst>
          </p:cNvPr>
          <p:cNvSpPr txBox="1"/>
          <p:nvPr/>
        </p:nvSpPr>
        <p:spPr>
          <a:xfrm>
            <a:off x="3913197" y="3980327"/>
            <a:ext cx="14702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Infected leaf litter</a:t>
            </a:r>
            <a:endParaRPr lang="en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625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</TotalTime>
  <Words>19</Words>
  <Application>Microsoft Macintosh PowerPoint</Application>
  <PresentationFormat>Custom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linjia Yao</dc:creator>
  <cp:lastModifiedBy>linjia Yao</cp:lastModifiedBy>
  <cp:revision>1</cp:revision>
  <dcterms:created xsi:type="dcterms:W3CDTF">2025-12-20T07:23:32Z</dcterms:created>
  <dcterms:modified xsi:type="dcterms:W3CDTF">2025-12-20T08:34:55Z</dcterms:modified>
</cp:coreProperties>
</file>